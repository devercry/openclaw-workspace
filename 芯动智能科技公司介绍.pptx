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芯动智能科技（温州）有限公司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智能制造 · 一站式集成</a:t>
            </a:r>
          </a:p>
          <a:p>
            <a:r>
              <a:t>精密滑台 · 工业数字化 · 项目交付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北大 - 温州激光与光电子联合研发中心孵化企业</a:t>
            </a:r>
          </a:p>
          <a:p>
            <a:r>
              <a:t>专注于纳米级精密滑台及光机组件的研发与生产，达到国际先进水平</a:t>
            </a:r>
          </a:p>
          <a:p>
            <a:r>
              <a:t>产品兼具高刚性、低噪音与优异的速度稳定性</a:t>
            </a:r>
          </a:p>
          <a:p>
            <a:r>
              <a:t>支持多轴定制与嵌入式控制系统集成</a:t>
            </a:r>
          </a:p>
          <a:p>
            <a:r>
              <a:t>注册地：浙江温州</a:t>
            </a:r>
          </a:p>
          <a:p>
            <a:r>
              <a:t>业务聚焦：智能装备 · 工业数字化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企业文化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🎯 企业定位</a:t>
            </a:r>
          </a:p>
          <a:p>
            <a:pPr lvl="1"/>
            <a:r>
              <a:t>全球精密滑台领域的创新驱动型企业，专注于高精度、高可靠性的运动控制解决方案</a:t>
            </a:r>
          </a:p>
          <a:p>
            <a:pPr>
              <a:defRPr b="1"/>
            </a:pPr>
            <a:r>
              <a:t>🚀 企业使命</a:t>
            </a:r>
          </a:p>
          <a:p>
            <a:pPr lvl="1"/>
            <a:r>
              <a:t>推动精密运动控制技术的创新与应用，为全球工业智能化和高质量发展提供卓越解决方案</a:t>
            </a:r>
          </a:p>
          <a:p>
            <a:pPr>
              <a:defRPr b="1"/>
            </a:pPr>
            <a:r>
              <a:t>🌟 企业愿景</a:t>
            </a:r>
          </a:p>
          <a:p>
            <a:pPr lvl="1"/>
            <a:r>
              <a:t>成为全球精密滑台领域的领导者，通过持续创新和卓越品质，为客户提供高效、精准、可靠的解决方案</a:t>
            </a:r>
          </a:p>
          <a:p>
            <a:pPr>
              <a:defRPr b="1"/>
            </a:pPr>
            <a:r>
              <a:t>💡 服务理念</a:t>
            </a:r>
          </a:p>
          <a:p>
            <a:pPr lvl="1"/>
            <a:r>
              <a:t>专业、高效、诚信、贴心 — 以客户为中心，提供全方位、定制化的解决方案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核心产品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纳米级精密滑台</a:t>
            </a:r>
          </a:p>
          <a:p>
            <a:pPr lvl="1"/>
            <a:r>
              <a:t>高精度、高刚性、低噪音的运动控制核心部件</a:t>
            </a:r>
          </a:p>
          <a:p>
            <a:pPr>
              <a:defRPr b="1"/>
            </a:pPr>
            <a:r>
              <a:t>光机组件</a:t>
            </a:r>
          </a:p>
          <a:p>
            <a:pPr lvl="1"/>
            <a:r>
              <a:t>光学平台、线性滑台、镜筒等精密光学组件</a:t>
            </a:r>
          </a:p>
          <a:p>
            <a:pPr>
              <a:defRPr b="1"/>
            </a:pPr>
            <a:r>
              <a:t>多轴定制系统</a:t>
            </a:r>
          </a:p>
          <a:p>
            <a:pPr lvl="1"/>
            <a:r>
              <a:t>支持多轴联动，满足复杂运动控制需求</a:t>
            </a:r>
          </a:p>
          <a:p>
            <a:pPr>
              <a:defRPr b="1"/>
            </a:pPr>
            <a:r>
              <a:t>嵌入式控制系统</a:t>
            </a:r>
          </a:p>
          <a:p>
            <a:pPr lvl="1"/>
            <a:r>
              <a:t>集成化控制方案，开箱即用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业务与方案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🔧 非标自动化</a:t>
            </a:r>
          </a:p>
          <a:p>
            <a:pPr lvl="1"/>
            <a:r>
              <a:t>节拍、工艺与安全联锁一次性想清楚，现场调试有清单可追溯</a:t>
            </a:r>
          </a:p>
          <a:p>
            <a:pPr>
              <a:defRPr b="1"/>
            </a:pPr>
            <a:r>
              <a:t>📊 数据看板</a:t>
            </a:r>
          </a:p>
          <a:p>
            <a:pPr lvl="1"/>
            <a:r>
              <a:t>产量、OEE、停机原因分层呈现，支持大屏与移动端查看</a:t>
            </a:r>
          </a:p>
          <a:p>
            <a:pPr>
              <a:defRPr b="1"/>
            </a:pPr>
            <a:r>
              <a:t>📈 分期数字化</a:t>
            </a:r>
          </a:p>
          <a:p>
            <a:pPr lvl="1"/>
            <a:r>
              <a:t>先做「看得见」再做「管得住」，阶段目标可对账、可验收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✓ 半导体检测设备</a:t>
            </a:r>
          </a:p>
          <a:p>
            <a:r>
              <a:t>✓ 激光加工装备</a:t>
            </a:r>
          </a:p>
          <a:p>
            <a:r>
              <a:t>✓ 生物医疗仪器</a:t>
            </a:r>
          </a:p>
          <a:p>
            <a:r>
              <a:t>✓ 自动化产线</a:t>
            </a:r>
          </a:p>
          <a:p>
            <a:r>
              <a:t>✓ 高端装备制造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合作与生态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我们与行业领军企业结成重要合作伙伴，共筑国产高端装备自主可控的坚实基石</a:t>
            </a:r>
          </a:p>
          <a:p>
            <a:r>
              <a:t>• ×× 装备集团</a:t>
            </a:r>
          </a:p>
          <a:p>
            <a:r>
              <a:t>• ×× 汽车零部件</a:t>
            </a:r>
          </a:p>
          <a:p>
            <a:r>
              <a:t>• ×× 电子制造</a:t>
            </a:r>
          </a:p>
          <a:p>
            <a:r>
              <a:t>• ×× 新材料</a:t>
            </a:r>
          </a:p>
          <a:p>
            <a:r>
              <a:t>• ×× 医械配套</a:t>
            </a:r>
          </a:p>
          <a:p>
            <a:r>
              <a:t>• ×× 包装机械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有项目想法？先从一次对齐开始</a:t>
            </a:r>
          </a:p>
          <a:p/>
          <a:p>
            <a:r>
              <a:t>告诉我们行业、现场痛点与期望周期</a:t>
            </a:r>
          </a:p>
          <a:p>
            <a:r>
              <a:t>我们会反馈可行路径与资源评估</a:t>
            </a:r>
          </a:p>
          <a:p/>
          <a:p>
            <a:pPr>
              <a:defRPr b="1"/>
            </a:pPr>
            <a:r>
              <a:t>📍 地址：浙江温州</a:t>
            </a:r>
          </a:p>
          <a:p>
            <a:r>
              <a:t>🌐 网站：https://xdzn-tech.com/</a:t>
            </a:r>
          </a:p>
          <a:p>
            <a:r>
              <a:t>💼 合作理念：少承诺 · 多交付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