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DSY04 电动直线滑台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高精度工业自动化解决方案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产品概述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DSY04 是一款高精度电动直线滑台</a:t>
            </a:r>
          </a:p>
          <a:p>
            <a:r>
              <a:t>专为工业自动化和精密定位应用设计</a:t>
            </a:r>
          </a:p>
          <a:p>
            <a:r>
              <a:t>核心特点：高精度、高性能、可靠耐用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核心特点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重复定位精度：±0.01mm</a:t>
            </a:r>
          </a:p>
          <a:p>
            <a:r>
              <a:t>最大速度：500mm/s</a:t>
            </a:r>
          </a:p>
          <a:p>
            <a:r>
              <a:t>IP54 防护等级</a:t>
            </a:r>
          </a:p>
          <a:p>
            <a:r>
              <a:t>寿命长达 10000 小时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技术规格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548640">
                <a:tc>
                  <a:txBody>
                    <a:bodyPr/>
                    <a:lstStyle/>
                    <a:p>
                      <a:r>
                        <a:t>行程范围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50mm - 500mm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负载能力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10kg - 50kg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定位精度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±0.01mm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最大速度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500mm/s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应用领域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工业自动化 - 自动装配线、物料搬运</a:t>
            </a:r>
          </a:p>
          <a:p>
            <a:r>
              <a:t>精密检测 - CCD 视觉检测、激光测量</a:t>
            </a:r>
          </a:p>
          <a:p>
            <a:r>
              <a:t>机器人集成 - 直线模组、多轴运动控制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联系我们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📧 邮箱：sales@example.com</a:t>
            </a:r>
          </a:p>
          <a:p>
            <a:r>
              <a:t>📱 电话：400-XXX-XXXX</a:t>
            </a:r>
          </a:p>
          <a:p>
            <a:r>
              <a:t>🌐 官网：www.example.com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